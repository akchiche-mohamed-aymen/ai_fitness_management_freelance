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54864" cy="219456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Coaching Assistant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Organization &amp; Structure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LLM Integration · REST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Phases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" cy="146304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Adjustment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weight changes for next workout session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463040"/>
          </a:xfrm>
          <a:prstGeom prst="rect">
            <a:avLst/>
          </a:prstGeom>
          <a:solidFill>
            <a:srgbClr val="3D85C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17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8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athlete fatigue from training load &amp; performance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54864" cy="14630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performance stagnation across training sessions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54864" cy="1463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9319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all models in a single intelligent coaching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1–3: Prediction Model + LLM Explanation  ·  Phase 4: API Unification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WEIGHT ADJUSTMENT PREDICTION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Optimal Training Weight for the Next Session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3931920" cy="32004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model that determines the appropriate weight adjustment (increase or decrease) for the athlete's next workout based on recent performance.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3931920" cy="32004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weight used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repetitions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success or failure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effort level (RPE)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190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describing how training weight should be adjusted in the next session.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83464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2004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short natural-language explanation for the suggested adjustment, grounded in the athlete's recent performance data.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FATIGUE DETECTION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D8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Athlete Fatigue from Training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3931920" cy="320040"/>
          </a:xfrm>
          <a:prstGeom prst="rect">
            <a:avLst/>
          </a:prstGeom>
          <a:solidFill>
            <a:srgbClr val="3D85C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capable of detecting the athlete's fatigue level based on recent training activity and key performance indicators.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3931920" cy="320040"/>
          </a:xfrm>
          <a:prstGeom prst="rect">
            <a:avLst/>
          </a:prstGeom>
          <a:solidFill>
            <a:srgbClr val="3D85C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training volume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effort level (RPE)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variation across recent sessions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training frequency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190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prediction of the athlete's current or expected fatigue level.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83464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2004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concise explanation describing why the detected fatigue level was assigned based on the training indicators observed.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PLATEAU DETECTION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Performance Stagnation Over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3931920" cy="3200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model that identifies performance stagnation (plateau) by analyzing progression trends across multiple training sessions.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3931920" cy="3200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training weights over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repetitions over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performance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consistency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37160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190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determination of whether a performance plateau exists, with supporting trend indicators.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834640"/>
            <a:ext cx="4206240" cy="32004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20040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detailed explanation of the possible reasons behind the plateau and may suggest specific adjustments to help the athlete break through the stagnation.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API DEVELOPMENT &amp; SYSTEM INTEGRATION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All Models Into a Single Intelligent Coaching API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54864" cy="10058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three developed ML models into a unified REST API that allows external fitness applications to interact with the full coaching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1828800" cy="1005840"/>
          </a:xfrm>
          <a:prstGeom prst="rect">
            <a:avLst/>
          </a:prstGeom>
          <a:solidFill>
            <a:srgbClr val="0D8F8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6517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21408" y="3136392"/>
            <a:ext cx="219456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2651760"/>
            <a:ext cx="1828800" cy="1005840"/>
          </a:xfrm>
          <a:prstGeom prst="rect">
            <a:avLst/>
          </a:prstGeom>
          <a:solidFill>
            <a:srgbClr val="3D85C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59152" y="26517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3136392"/>
            <a:ext cx="219456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3984" y="2651760"/>
            <a:ext cx="1828800" cy="1005840"/>
          </a:xfrm>
          <a:prstGeom prst="rect">
            <a:avLst/>
          </a:prstGeom>
          <a:solidFill>
            <a:srgbClr val="7B68E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43984" y="26517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91072" y="3136392"/>
            <a:ext cx="219456" cy="0"/>
          </a:xfrm>
          <a:prstGeom prst="line">
            <a:avLst/>
          </a:prstGeom>
          <a:noFill/>
          <a:ln w="19050">
            <a:solidFill>
              <a:srgbClr val="1A2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28816" y="2651760"/>
            <a:ext cx="1828800" cy="100584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28816" y="26517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8595360" cy="91440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three developed models into a complete intelligent coaching system ready for integration into any fitness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Will Deliver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D8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54864" cy="146304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Adjustment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correct weight increase or decrease for each upcoming training session.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3D8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463040"/>
          </a:xfrm>
          <a:prstGeom prst="rect">
            <a:avLst/>
          </a:prstGeom>
          <a:solidFill>
            <a:srgbClr val="3D85C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813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8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detects athlete fatigue levels from training load and effort indicators.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148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B68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17520"/>
            <a:ext cx="54864" cy="1463040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27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performance stagnation periods to prompt timely training strategy changes.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1480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54864" cy="14630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27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56616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clear, natural-language explanations for every recommendation generated.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8F8A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ML prediction models with LLM-powered explanation generation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Intelligent Fitness Coaching Assistant</dc:title>
  <dc:subject>PptxGenJS Presentation</dc:subject>
  <dc:creator>PptxGenJS</dc:creator>
  <cp:lastModifiedBy>PptxGenJS</cp:lastModifiedBy>
  <cp:revision>1</cp:revision>
  <dcterms:created xsi:type="dcterms:W3CDTF">2026-03-21T16:35:42Z</dcterms:created>
  <dcterms:modified xsi:type="dcterms:W3CDTF">2026-03-21T16:35:42Z</dcterms:modified>
</cp:coreProperties>
</file>